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CeisFAYiQVGsLAkZiMmIkbnTF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15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LOGO.gif" id="12" name="Google Shape;12;p1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5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5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descr="LOGO.gif" id="16" name="Google Shape;16;p1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descr="logo.jpg"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5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5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descr="LOGO.gif" id="22" name="Google Shape;22;p1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descr="logo.jpg" id="24" name="Google Shape;2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EasyStore - Full Stack E-Commerce Platform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Rajat Takkar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Team Details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596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Rydhampreet Singh Gindra – 2210990751</a:t>
            </a:r>
            <a:endParaRPr/>
          </a:p>
          <a:p>
            <a:pPr indent="-457200" lvl="0" marL="596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Ushabh Jain – 2210990929</a:t>
            </a:r>
            <a:endParaRPr/>
          </a:p>
          <a:p>
            <a:pPr indent="-457200" lvl="0" marL="596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Vaibhav Mittal – 2210992487</a:t>
            </a:r>
            <a:endParaRPr/>
          </a:p>
          <a:p>
            <a:pPr indent="-457200" lvl="0" marL="596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Kunwardeep Singh Nagpal – 2210991829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Team Number - 36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- Customer Side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- Admin Panel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Implementation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RESTful API Design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&amp; Learnings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00" name="Google Shape;100;p4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EasyStore is a full-stack e-commerce web application designed for selling vinyl stickers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as a modern single-page application with a decoupled frontend and backend architecture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Targets customers looking for laptop stickers, water bottle decals, skateboard stickers, and more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a complete shopping experience: browsing, cart management, checkout, and order tracking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a dedicated admin panel for order and message management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Deployed on Vercel for seamless cloud hosting with CI/CD integration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19 with React Router DOM for client-side routing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Vite 7 as the build tool with Hot Module Replacement (HMR)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 CSS 4 for utility-first responsive styling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Axios for HTTP API communication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Toastify for user notifications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with Express 4 for RESTful API server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with Mongoose 8 as the database layer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(JSON Web Tokens) for stateless authentication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 for request payload validation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Client-Server Architecture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(React SPA) communicates with Backend (Express API) via RESTful HTTP calls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Axios HTTP client configured with base URL and interceptors for token management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CORS configured to allow cross-origin requests between frontend and backend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Management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Context API with useReducer for global auth and cart state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LocalStorage persistence for cart items, JWT token, user info, and theme preference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frontend and backend deployed on Vercel as serverless functions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Atlas for cloud-hosted database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Key Features - Customer Side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Catalog: Browse 30+ vinyl sticker products sorted by popularity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Authentication: Register and login with email or mobile number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Shopping Cart: Add/remove products with persistent state across sessions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Checkout Flow: Complete purchase workflow with order creation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History: View all past orders with status tracking (Pending/Confirmed/Cancelled)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Profile: Update personal information and shipping address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Form: Submit messages/inquiries to admin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Dark/Light Theme: Toggle between themes with localStorage persistence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Routes: Auth guard prevents unauthorized access to user pages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Key Features - Admin Panel</a:t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Dashboard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 Control: Admin users identified by ROLE_ADMIN in their roles array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 Management: View all customer orders across the platform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Messages Dashboard: View and manage customer contact form submissions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Authentication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JWT-based auth flow as regular users with additional role verification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routes protected by middleware that checks for ROLE_ADMIN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Unauthorized users redirected away from admin pages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API Endpoints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/api/v1/admin/orders - Retrieve all orders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/api/v1/admin/messages - Retrieve all contact messages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Model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Fields: name, description, price, popularity, imageUrl, timestamps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field productId exposed instead of MongoDB _id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Model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Fields: name, email (unique), mobileNumber (unique), passwordHash, address, roles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 hashed with bcryptjs (10 salt rounds) before storage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Model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Fields: customer (ref), items array (productId, name, qty, price), totalPrice, status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enum: PENDING, CONFIRMED, CANCELLED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Model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Fields: name, email, mobileNumber, message, status (OPEN/CLOSED)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Security Implementation</a:t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JWT-based stateless authentication with configurable token expiry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Passwords hashed using bcryptjs with 10 salt rounds before database storage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Bearer token sent in Authorization header for all protected API calls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 control with ROLE_USER and ROLE_ADMIN roles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 middleware verifies JWT and extracts user identity on each request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middleware checks for ROLE_ADMIN before granting access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Validation &amp; Protection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 schema validation for all incoming request payloads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CSRF protection middleware with dedicated token endpoint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CORS configured to accept requests only from the authorized frontend origin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RESTful API Design</a:t>
            </a:r>
            <a:endParaRPr/>
          </a:p>
        </p:txBody>
      </p:sp>
      <p:sp>
        <p:nvSpPr>
          <p:cNvPr id="142" name="Google Shape;142;p11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Endpoints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/api/v1/auth/register - User registration with validation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/api/v1/auth/login - Login with email/mobile + password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Endpoints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/api/v1/products - Fetch all products sorted by popularity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/api/v1/orders - Create a new order (requires auth)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/api/v1/orders - Fetch user's order history (requires auth)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/api/v1/profile - Fetch user profile (requires auth)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 /api/v1/profile - Update user profile (requires auth)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/api/v1/contacts - Submit a contact message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RESTful conventions with versioned API prefix (/api/v1)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error handling middleware for consistent error responses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Challenges &amp; Learnings</a:t>
            </a:r>
            <a:endParaRPr/>
          </a:p>
        </p:txBody>
      </p:sp>
      <p:sp>
        <p:nvSpPr>
          <p:cNvPr id="148" name="Google Shape;148;p1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secure JWT authentication flow across frontend and backend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global state (auth + cart) using React Context with useReducer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Configuring CORS and CSRF protection for cross-origin API communication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responsive UI with Tailwind CSS for multiple device sizes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schema design with Mongoose virtuals and proper referencing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Learnings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understanding of full-stack web application development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experience with REST API design patterns and best practices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implementation: hashing, tokens, input validation, role-based access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deployment workflow using Vercel for both frontend and backend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Gateway Integration: Add Razorpay/Stripe for real online payments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Search &amp; Filters: Enable search by name, category, and price range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Product Management: CRUD operations for adding/editing/deleting products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Status Updates: Allow admin to update order status with email notifications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Upload: Integrate cloud storage (Cloudinary/S3) for product image management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Wishlist Feature: Allow users to save favorite products for later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Pagination &amp; Infinite Scroll: Optimize product listing for large catalogs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&amp; Integration Testing: Add Jest/Vitest test suites for frontend and backend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Progressive Web App (PWA): Enable offline support and mobile installation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